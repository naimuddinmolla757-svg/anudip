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Name - Naimuddin Molla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Tropic - </a:t>
            </a:r>
            <a:r>
              <a:rPr sz="3600" dirty="0">
                <a:solidFill>
                  <a:schemeClr val="bg1"/>
                </a:solidFill>
              </a:rPr>
              <a:t>Information Technology (IT)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Introduction to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Introduction to IT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Introduction to IT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History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History of IT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History of IT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Evolution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Evolution of Computers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Evolution of Computers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Types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Types of Computers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Types of Computers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Computer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Computer Hardware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Computer Hardware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Computer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Computer Software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Computer Software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Operating Systems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Operating Systems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Programming Languages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Programming Languages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Database Management System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Database Management System (DBMS)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Database Management System (DBMS)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Computer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Computer Networks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Computer Networks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LAN, MAN, 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LAN, MAN, WAN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LAN, MAN, WAN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Internet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Internet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World Wide Web (WWW)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World Wide Web (WWW)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World Wide Web (WWW)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Cloud Computing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Cloud Computing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Artificial Intelligence (AI)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Artificial Intelligence (AI)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Machine Learning (ML)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Machine Learning (ML)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Machine Learning (ML)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Internet of Things (IoT)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Internet of Things (IoT)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Big Data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Big Data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Cybersecurity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Cybersecurity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Types of Cyber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Types of Cyber Attacks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Types of Cyber Attacks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Firewalls &amp; Antivirus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Firewalls &amp; Antivirus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Firewalls &amp; Antivirus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Data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Data Encryption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Data Encryption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Email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Email &amp; Communication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Email &amp; Communication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E-commerce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E-commerce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Digital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Digital Payments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Digital Payments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Mobile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Mobile Technology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Mobile Technology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Web Development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Web Development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Mobile App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Mobile App Development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Mobile App Development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Software Development Life Cycle (SDLC)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Software Development Life Cycle (SDLC)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Agile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Agile Methodology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Agile Methodology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IT 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IT Project Management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IT Project Management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Blockchain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Blockchain Technology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Blockchain Technology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Virtual Reality (VR)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Virtual Reality (VR)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Virtual Reality (VR)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Augmented Reality (AR)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Augmented Reality (AR)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Augmented Reality (AR)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Green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Green Computing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Green Computing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Data Privacy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Data Privacy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Computer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Computer Ethics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Computer Ethics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IT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IT Laws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IT Laws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IT in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IT in Education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IT in Education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IT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IT in Healthcare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IT in Healthcare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IT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IT in Business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IT in Business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IT in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IT in Banking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IT in Banking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IT in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IT in Government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IT in Government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Emerging Technologies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Emerging Technologies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Careers in Information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Careers in Information Technology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Careers in Information Technology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Advantages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Advantages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Advantages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Disadvantages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Disadvantages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Disadvantages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Future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>
                <a:solidFill>
                  <a:schemeClr val="bg1"/>
                </a:solidFill>
              </a:rPr>
              <a:t>Overview of Future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Definition and importance of Future of IT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>
                <a:solidFill>
                  <a:schemeClr val="bg1"/>
                </a:solidFill>
              </a:rPr>
              <a:t>Overview of Conclusion &amp; Thank You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Definition and importance of Conclusion &amp; Thank You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Key concepts and features</a:t>
            </a:r>
          </a:p>
          <a:p>
            <a:pPr lvl="1">
              <a:defRPr sz="2000"/>
            </a:pPr>
            <a:r>
              <a:rPr dirty="0">
                <a:solidFill>
                  <a:schemeClr val="bg1"/>
                </a:solidFill>
              </a:rPr>
              <a:t>Examples, uses, and real-world applications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DDC9-58C2-57E2-40F1-45B21F58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0F2A5-B1BD-1ED5-0BDF-846DF0256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8929" y="254409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6000" dirty="0">
                <a:solidFill>
                  <a:schemeClr val="bg1"/>
                </a:solidFill>
              </a:rPr>
              <a:t>THANK YOU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657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{F9F9CD7B-14E8-4808-A6D1-78D23FD88950}TF6d5feb1e-e145-43f1-b745-cb4b54c5ee975d365c52-ce22229b0e48</Template>
  <TotalTime>11</TotalTime>
  <Words>1291</Words>
  <Application>Microsoft Office PowerPoint</Application>
  <PresentationFormat>Widescreen</PresentationFormat>
  <Paragraphs>247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Tw Cen MT</vt:lpstr>
      <vt:lpstr>Circuit</vt:lpstr>
      <vt:lpstr>Name - Naimuddin Molla Tropic - Information Technology (IT)</vt:lpstr>
      <vt:lpstr>Introduction to IT</vt:lpstr>
      <vt:lpstr>History of IT</vt:lpstr>
      <vt:lpstr>Evolution of Computers</vt:lpstr>
      <vt:lpstr>Types of Computers</vt:lpstr>
      <vt:lpstr>Computer Hardware</vt:lpstr>
      <vt:lpstr>Computer Software</vt:lpstr>
      <vt:lpstr>Operating Systems</vt:lpstr>
      <vt:lpstr>Programming Languages</vt:lpstr>
      <vt:lpstr>Database Management System (DBMS)</vt:lpstr>
      <vt:lpstr>Computer Networks</vt:lpstr>
      <vt:lpstr>LAN, MAN, WAN</vt:lpstr>
      <vt:lpstr>Internet</vt:lpstr>
      <vt:lpstr>World Wide Web (WWW)</vt:lpstr>
      <vt:lpstr>Cloud Computing</vt:lpstr>
      <vt:lpstr>Artificial Intelligence (AI)</vt:lpstr>
      <vt:lpstr>Machine Learning (ML)</vt:lpstr>
      <vt:lpstr>Internet of Things (IoT)</vt:lpstr>
      <vt:lpstr>Big Data</vt:lpstr>
      <vt:lpstr>Cybersecurity</vt:lpstr>
      <vt:lpstr>Types of Cyber Attacks</vt:lpstr>
      <vt:lpstr>Firewalls &amp; Antivirus</vt:lpstr>
      <vt:lpstr>Data Encryption</vt:lpstr>
      <vt:lpstr>Email &amp; Communication</vt:lpstr>
      <vt:lpstr>E-commerce</vt:lpstr>
      <vt:lpstr>Digital Payments</vt:lpstr>
      <vt:lpstr>Mobile Technology</vt:lpstr>
      <vt:lpstr>Web Development</vt:lpstr>
      <vt:lpstr>Mobile App Development</vt:lpstr>
      <vt:lpstr>Software Development Life Cycle (SDLC)</vt:lpstr>
      <vt:lpstr>Agile Methodology</vt:lpstr>
      <vt:lpstr>IT Project Management</vt:lpstr>
      <vt:lpstr>Blockchain Technology</vt:lpstr>
      <vt:lpstr>Virtual Reality (VR)</vt:lpstr>
      <vt:lpstr>Augmented Reality (AR)</vt:lpstr>
      <vt:lpstr>Green Computing</vt:lpstr>
      <vt:lpstr>Data Privacy</vt:lpstr>
      <vt:lpstr>Computer Ethics</vt:lpstr>
      <vt:lpstr>IT Laws</vt:lpstr>
      <vt:lpstr>IT in Education</vt:lpstr>
      <vt:lpstr>IT in Healthcare</vt:lpstr>
      <vt:lpstr>IT in Business</vt:lpstr>
      <vt:lpstr>IT in Banking</vt:lpstr>
      <vt:lpstr>IT in Government</vt:lpstr>
      <vt:lpstr>Emerging Technologies</vt:lpstr>
      <vt:lpstr>Careers in Information Technology</vt:lpstr>
      <vt:lpstr>Advantages of IT</vt:lpstr>
      <vt:lpstr>Disadvantages of IT</vt:lpstr>
      <vt:lpstr>Future of IT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maitypalash957@gmail.com</dc:creator>
  <cp:lastModifiedBy>maitypalash957@gmail.com</cp:lastModifiedBy>
  <cp:revision>1</cp:revision>
  <dcterms:created xsi:type="dcterms:W3CDTF">2026-07-28T17:59:52Z</dcterms:created>
  <dcterms:modified xsi:type="dcterms:W3CDTF">2026-07-28T18:11:36Z</dcterms:modified>
</cp:coreProperties>
</file>